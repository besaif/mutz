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Hung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297072"/>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 Id="rId90" Type="http://schemas.openxmlformats.org/officeDocument/2006/relationships/image" Target="../media/apertus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7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2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sp>
        <p:nvSpPr>
          <p:cNvPr id="906" name="TextBox 905"/>
          <p:cNvSpPr txBox="1"/>
          <p:nvPr/>
        </p:nvSpPr>
        <p:spPr>
          <a:xfrm>
            <a:off x="841248" y="5692140"/>
            <a:ext cx="5212080" cy="274320"/>
          </a:xfrm>
          <a:prstGeom prst="rect">
            <a:avLst/>
          </a:prstGeom>
          <a:noFill/>
        </p:spPr>
        <p:txBody>
          <a:bodyPr wrap="square" lIns="0" rIns="0" tIns="0" bIns="0" anchor="t">
            <a:spAutoFit/>
          </a:bodyPr>
          <a:lstStyle/>
          <a:p>
            <a:pPr algn="l">
              <a:spcAft>
                <a:spcPts val="0"/>
              </a:spcAft>
            </a:pPr>
            <a:r>
              <a:rPr sz="1800" b="0" i="0">
                <a:solidFill>
                  <a:srgbClr val="63737B"/>
                </a:solidFill>
              </a:rPr>
              <a:t>Team Ctrl+Free</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
        <p:nvSpPr>
          <p:cNvPr id="908" name="Challenge owner label"/>
          <p:cNvSpPr txBox="1"/>
          <p:nvPr/>
        </p:nvSpPr>
        <p:spPr>
          <a:xfrm>
            <a:off x="7269480" y="5753100"/>
            <a:ext cx="1371600" cy="152400"/>
          </a:xfrm>
          <a:prstGeom prst="rect">
            <a:avLst/>
          </a:prstGeom>
          <a:noFill/>
        </p:spPr>
        <p:txBody>
          <a:bodyPr wrap="square" lIns="0" rIns="0" tIns="0" bIns="0" anchor="t">
            <a:spAutoFit/>
          </a:bodyPr>
          <a:lstStyle/>
          <a:p>
            <a:pPr algn="l">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778240" y="557784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6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4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56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600"/>
                                  </p:stCondLst>
                                  <p:childTnLst>
                                    <p:set>
                                      <p:cBhvr>
                                        <p:cTn id="15" dur="1" fill="hold">
                                          <p:stCondLst>
                                            <p:cond delay="0"/>
                                          </p:stCondLst>
                                        </p:cTn>
                                        <p:tgtEl>
                                          <p:spTgt spid="908"/>
                                        </p:tgtEl>
                                        <p:attrNameLst>
                                          <p:attrName>style.visibility</p:attrName>
                                        </p:attrNameLst>
                                      </p:cBhvr>
                                      <p:to>
                                        <p:strVal val="visible"/>
                                      </p:to>
                                    </p:set>
                                    <p:animEffect transition="in" filter="fade">
                                      <p:cBhvr>
                                        <p:cTn id="16" dur="500"/>
                                        <p:tgtEl>
                                          <p:spTgt spid="908"/>
                                        </p:tgtEl>
                                      </p:cBhvr>
                                    </p:animEffect>
                                  </p:childTnLst>
                                </p:cTn>
                              </p:par>
                              <p:par>
                                <p:cTn id="17" presetID="10" presetClass="entr" presetSubtype="0" fill="hold" grpId="0" nodeType="withEffect">
                                  <p:stCondLst>
                                    <p:cond delay="5600"/>
                                  </p:stCondLst>
                                  <p:childTnLst>
                                    <p:set>
                                      <p:cBhvr>
                                        <p:cTn id="18" dur="1" fill="hold">
                                          <p:stCondLst>
                                            <p:cond delay="0"/>
                                          </p:stCondLst>
                                        </p:cTn>
                                        <p:tgtEl>
                                          <p:spTgt spid="909"/>
                                        </p:tgtEl>
                                        <p:attrNameLst>
                                          <p:attrName>style.visibility</p:attrName>
                                        </p:attrNameLst>
                                      </p:cBhvr>
                                      <p:to>
                                        <p:strVal val="visible"/>
                                      </p:to>
                                    </p:set>
                                    <p:animEffect transition="in" filter="fade">
                                      <p:cBhvr>
                                        <p:cTn id="19"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30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45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4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9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19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32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32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4" name="TextBox 903"/>
          <p:cNvSpPr txBox="1"/>
          <p:nvPr/>
        </p:nvSpPr>
        <p:spPr>
          <a:xfrm>
            <a:off x="841248" y="5692140"/>
            <a:ext cx="5212080" cy="274320"/>
          </a:xfrm>
          <a:prstGeom prst="rect">
            <a:avLst/>
          </a:prstGeom>
          <a:noFill/>
        </p:spPr>
        <p:txBody>
          <a:bodyPr wrap="square" lIns="0" rIns="0" tIns="0" bIns="0" anchor="t">
            <a:spAutoFit/>
          </a:bodyPr>
          <a:lstStyle/>
          <a:p>
            <a:pPr algn="l">
              <a:spcAft>
                <a:spcPts val="600"/>
              </a:spcAft>
            </a:pPr>
            <a:r>
              <a:rPr sz="1800" b="0" i="0">
                <a:solidFill>
                  <a:srgbClr val="63737B"/>
                </a:solidFill>
              </a:rPr>
              <a:t>Team Ctrl+Free</a:t>
            </a:r>
          </a:p>
        </p:txBody>
      </p:sp>
      <p:sp>
        <p:nvSpPr>
          <p:cNvPr id="905" name="Challenge owner label"/>
          <p:cNvSpPr txBox="1"/>
          <p:nvPr/>
        </p:nvSpPr>
        <p:spPr>
          <a:xfrm>
            <a:off x="7269480" y="5753100"/>
            <a:ext cx="1371600" cy="152400"/>
          </a:xfrm>
          <a:prstGeom prst="rect">
            <a:avLst/>
          </a:prstGeom>
          <a:noFill/>
        </p:spPr>
        <p:txBody>
          <a:bodyPr wrap="square" lIns="0" rIns="0" tIns="0" bIns="0" anchor="t">
            <a:spAutoFit/>
          </a:bodyPr>
          <a:lstStyle/>
          <a:p>
            <a:pPr algn="l">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8778240" y="557784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