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ft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7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2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838354"/>
            <a:ext cx="5212080" cy="27432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6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4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56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600"/>
                                  </p:stCondLst>
                                  <p:childTnLst>
                                    <p:set>
                                      <p:cBhvr>
                                        <p:cTn id="15" dur="1" fill="hold">
                                          <p:stCondLst>
                                            <p:cond delay="0"/>
                                          </p:stCondLst>
                                        </p:cTn>
                                        <p:tgtEl>
                                          <p:spTgt spid="908"/>
                                        </p:tgtEl>
                                        <p:attrNameLst>
                                          <p:attrName>style.visibility</p:attrName>
                                        </p:attrNameLst>
                                      </p:cBhvr>
                                      <p:to>
                                        <p:strVal val="visible"/>
                                      </p:to>
                                    </p:set>
                                    <p:animEffect transition="in" filter="fade">
                                      <p:cBhvr>
                                        <p:cTn id="16" dur="500"/>
                                        <p:tgtEl>
                                          <p:spTgt spid="908"/>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9"/>
                                        </p:tgtEl>
                                        <p:attrNameLst>
                                          <p:attrName>style.visibility</p:attrName>
                                        </p:attrNameLst>
                                      </p:cBhvr>
                                      <p:to>
                                        <p:strVal val="visible"/>
                                      </p:to>
                                    </p:set>
                                    <p:animEffect transition="in" filter="fade">
                                      <p:cBhvr>
                                        <p:cTn id="19"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30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45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4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9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19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32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32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838354"/>
            <a:ext cx="5212080" cy="274320"/>
          </a:xfrm>
          <a:prstGeom prst="rect">
            <a:avLst/>
          </a:prstGeom>
          <a:noFill/>
        </p:spPr>
        <p:txBody>
          <a:bodyPr wrap="square" lIns="0" rIns="0" tIns="0" bIns="0" anchor="t">
            <a:spAutoFit/>
          </a:bodyPr>
          <a:lstStyle/>
          <a:p>
            <a:pPr algn="l">
              <a:spcAft>
                <a:spcPts val="600"/>
              </a:spcAft>
            </a:pPr>
            <a:r>
              <a:rPr sz="1800" b="0" i="0">
                <a:solidFill>
                  <a:srgbClr val="63737B"/>
                </a:solidFill>
              </a:rPr>
              <a:t>Team Ctrl+Free</a:t>
            </a:r>
          </a:p>
        </p:txBody>
      </p:sp>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